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FixTrack — Arquitectura de Menús vs Mockups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002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 pantalla por pantalla entre la definición del documento «Arquitectura de Menús» y la implementación visual (mockups)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14600"/>
            <a:ext cx="82296" cy="7498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587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2880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251460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514600"/>
            <a:ext cx="82296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2587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18888" y="2880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clientes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251460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514600"/>
            <a:ext cx="82296" cy="7498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8613648" y="2587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13648" y="2880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dispositivos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20440"/>
            <a:ext cx="82296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5935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8862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órdenes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5204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520440"/>
            <a:ext cx="82296" cy="7498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35935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18888" y="38862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Detalle de una orden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35204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3520440"/>
            <a:ext cx="82296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8613648" y="35935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13648" y="38862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pagos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52628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526280"/>
            <a:ext cx="82296" cy="7498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" y="45994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4128" y="48920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técnicos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17720" y="452628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4526280"/>
            <a:ext cx="82296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45994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18888" y="48920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usuarios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452628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3A3F52"/>
          </a:solidFill>
          <a:ln w="12700">
            <a:solidFill>
              <a:srgbClr val="4B5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4526280"/>
            <a:ext cx="82296" cy="7498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8" name="Text 36"/>
          <p:cNvSpPr/>
          <p:nvPr/>
        </p:nvSpPr>
        <p:spPr>
          <a:xfrm>
            <a:off x="8613648" y="45994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13648" y="48920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" y="6309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Fuente: FixTrack_Arquitectura_de_Menus.md · Mockups: documento FixTrack_Mockups (Pencil)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0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1706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075688"/>
            <a:ext cx="1706880" cy="640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212848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94360" y="2624328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PENDIENTES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438400" y="2075688"/>
            <a:ext cx="1706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38400" y="2075688"/>
            <a:ext cx="1706880" cy="640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Text 15"/>
          <p:cNvSpPr/>
          <p:nvPr/>
        </p:nvSpPr>
        <p:spPr>
          <a:xfrm>
            <a:off x="2438400" y="2212848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438400" y="2624328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282440" y="2075688"/>
            <a:ext cx="1706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82440" y="2075688"/>
            <a:ext cx="1706880" cy="6400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22" name="Text 19"/>
          <p:cNvSpPr/>
          <p:nvPr/>
        </p:nvSpPr>
        <p:spPr>
          <a:xfrm>
            <a:off x="4282440" y="2212848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282440" y="2624328"/>
            <a:ext cx="170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REPARACIÓN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94360" y="31729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ÓRDENES RECIENTES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94360" y="3447288"/>
            <a:ext cx="647395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3447288"/>
            <a:ext cx="51937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241755" y="3447288"/>
            <a:ext cx="1834286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05763" y="3447288"/>
            <a:ext cx="170627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076042" y="3447288"/>
            <a:ext cx="1456639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40050" y="3447288"/>
            <a:ext cx="132862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Dispositivo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32681" y="3447288"/>
            <a:ext cx="1456639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96689" y="3447288"/>
            <a:ext cx="132862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94360" y="3730752"/>
            <a:ext cx="647395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3730752"/>
            <a:ext cx="51937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025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241755" y="3730752"/>
            <a:ext cx="183428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05763" y="3730752"/>
            <a:ext cx="17062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 Pérez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076042" y="3730752"/>
            <a:ext cx="1456639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40050" y="3730752"/>
            <a:ext cx="13286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32681" y="3730752"/>
            <a:ext cx="1456639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96689" y="3730752"/>
            <a:ext cx="13286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Reparación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94360" y="3977640"/>
            <a:ext cx="647395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" y="3977640"/>
            <a:ext cx="51937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024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1241755" y="3977640"/>
            <a:ext cx="183428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05763" y="3977640"/>
            <a:ext cx="17062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 López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076042" y="3977640"/>
            <a:ext cx="1456639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140050" y="3977640"/>
            <a:ext cx="13286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532681" y="3977640"/>
            <a:ext cx="1456639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96689" y="3977640"/>
            <a:ext cx="13286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94360" y="4224528"/>
            <a:ext cx="647395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8368" y="4224528"/>
            <a:ext cx="51937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023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1241755" y="4224528"/>
            <a:ext cx="183428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05763" y="4224528"/>
            <a:ext cx="17062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Pedro Ruiz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076042" y="4224528"/>
            <a:ext cx="1456639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140050" y="4224528"/>
            <a:ext cx="13286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532681" y="4224528"/>
            <a:ext cx="1456639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596689" y="4224528"/>
            <a:ext cx="13286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Coincide: métricas de estado de órdenes y lista de órdenes recientes en Inicio.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Diferencia: la definición muestra 3 métricas (Pendientes, Diagnóstico, En reparación); el mockup amplía a 5 (agrega Listas y Entregadas).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Gestión de clientes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03_clientes_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CLIENTES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3108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07568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Buscar: [____________________]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68880"/>
            <a:ext cx="647395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468880"/>
            <a:ext cx="51937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241755" y="2468880"/>
            <a:ext cx="1618488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05763" y="2468880"/>
            <a:ext cx="149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60243" y="2468880"/>
            <a:ext cx="1510589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4251" y="2468880"/>
            <a:ext cx="138257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Teléfono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370832" y="2468880"/>
            <a:ext cx="1618488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34840" y="2468880"/>
            <a:ext cx="149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" y="2752344"/>
            <a:ext cx="64739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2752344"/>
            <a:ext cx="51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241755" y="2752344"/>
            <a:ext cx="161848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05763" y="275234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860243" y="2752344"/>
            <a:ext cx="151058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24251" y="2752344"/>
            <a:ext cx="138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370832" y="2752344"/>
            <a:ext cx="161848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275234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4360" y="3008376"/>
            <a:ext cx="64739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3008376"/>
            <a:ext cx="51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241755" y="3008376"/>
            <a:ext cx="161848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05763" y="300837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860243" y="3008376"/>
            <a:ext cx="1510589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924251" y="3008376"/>
            <a:ext cx="1382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70832" y="3008376"/>
            <a:ext cx="161848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34840" y="300837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94360" y="338328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2C5F8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3383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Nuevo ]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938528" y="338328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38528" y="3383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Editar ]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282696" y="338328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82696" y="3383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4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Eliminar ]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64024" y="338328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64024" y="3383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Ver detalle ]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Coincide: búsqueda, columnas ID/Nombre/Teléfono/Correo y acciones Editar/Ver detalle.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Diferencia clave: la definición incluye [Eliminar]; el mockup lo sustituye por [Cambiar estado] (baja lógica, sin borrado físico).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Gestión de dispositivos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06_dispositivos_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DISPOSITIVOS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3108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07568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Buscar: [____________________]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68880"/>
            <a:ext cx="647395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468880"/>
            <a:ext cx="51937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241755" y="2468880"/>
            <a:ext cx="12947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05763" y="2468880"/>
            <a:ext cx="11667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36546" y="2468880"/>
            <a:ext cx="863194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0554" y="2468880"/>
            <a:ext cx="73517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399739" y="2468880"/>
            <a:ext cx="12947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63747" y="2468880"/>
            <a:ext cx="11667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94530" y="2468880"/>
            <a:ext cx="12947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8538" y="2468880"/>
            <a:ext cx="11667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4360" y="2752344"/>
            <a:ext cx="64739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2752344"/>
            <a:ext cx="51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41755" y="2752344"/>
            <a:ext cx="129479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05763" y="2752344"/>
            <a:ext cx="11667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536546" y="2752344"/>
            <a:ext cx="86319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00554" y="2752344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399739" y="2752344"/>
            <a:ext cx="129479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63747" y="2752344"/>
            <a:ext cx="11667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Dell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94530" y="2752344"/>
            <a:ext cx="129479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8538" y="2752344"/>
            <a:ext cx="11667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OptiPlex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4360" y="338328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2C5F8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3383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Nuevo ]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938528" y="338328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938528" y="3383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Editar ]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82696" y="338328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82696" y="3383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4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Eliminar ]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764024" y="338328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64024" y="3383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Ver detalle ]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Coincide: búsqueda y columnas ID/Cliente/Tipo/Marca/Modelo del wireframe.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Diferencia: [Eliminar] en la definición vs [Cambiar estado] en el mockup (misma política que Clientes).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Gestión de órdenes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08_ordenes_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ÓRDENES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1783080" cy="310896"/>
          </a:xfrm>
          <a:prstGeom prst="roundRect">
            <a:avLst>
              <a:gd name="adj" fmla="val 14706"/>
            </a:avLst>
          </a:prstGeom>
          <a:solidFill>
            <a:srgbClr val="2C5F8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7568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+ Nueva orden 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87168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248716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Buscar: [________________]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0" y="248716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30752" y="2487168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Estado: [Todos ▼]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4360" y="2898648"/>
            <a:ext cx="539496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2898648"/>
            <a:ext cx="411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133856" y="2898648"/>
            <a:ext cx="1186891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97864" y="2898648"/>
            <a:ext cx="10588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320747" y="2898648"/>
            <a:ext cx="12947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84755" y="2898648"/>
            <a:ext cx="11667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Dispositivo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615538" y="2898648"/>
            <a:ext cx="1186891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79546" y="2898648"/>
            <a:ext cx="10588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Técnico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802429" y="2898648"/>
            <a:ext cx="1186891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6437" y="2898648"/>
            <a:ext cx="10588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4360" y="3182112"/>
            <a:ext cx="53949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31821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133856" y="3182112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97864" y="3182112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320747" y="3182112"/>
            <a:ext cx="12947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84755" y="3182112"/>
            <a:ext cx="1166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615538" y="3182112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79546" y="3182112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02429" y="3182112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66437" y="3182112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Reparac.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94360" y="3429000"/>
            <a:ext cx="53949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342900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133856" y="3429000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97864" y="3429000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320747" y="3429000"/>
            <a:ext cx="12947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84755" y="3429000"/>
            <a:ext cx="1166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615538" y="3429000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79546" y="3429000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Pedro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802429" y="3429000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66437" y="3429000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94360" y="3675888"/>
            <a:ext cx="53949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8368" y="367588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1133856" y="3675888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97864" y="3675888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Luis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2320747" y="3675888"/>
            <a:ext cx="12947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384755" y="3675888"/>
            <a:ext cx="1166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Tablet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3615538" y="3675888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679546" y="3675888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802429" y="3675888"/>
            <a:ext cx="1186891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866437" y="3675888"/>
            <a:ext cx="10588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Diagnós.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594360" y="3950208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94360" y="39502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Ver detalle ]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0" y="3950208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286000" y="39502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Actualizar ]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Coincide: [+ Nueva orden], búsqueda, filtro por Estado y acciones Ver detalle/Actualizar.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 mockup pinta el estado con badges de color y añade paginación, sin alterar la estructura definida.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Detalle de una orden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10_orden_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 #25 — DETALLE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029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148840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 Pérez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2286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Dispositivo: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14884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Lenovo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14884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enciende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" y="27980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Técnico: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4884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" y="31089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Estado: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" y="33467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346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481328" y="3346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709928" y="33467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09928" y="3346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Diagnóstico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596896" y="3346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825496" y="33467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25496" y="3346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Reparación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712464" y="3346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41064" y="33467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41064" y="3346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28032" y="3346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56632" y="33467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56632" y="3346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Entregado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94360" y="3730752"/>
            <a:ext cx="5394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512" y="373075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Diagnóstico: [________________________]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94360" y="4078224"/>
            <a:ext cx="5394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7512" y="4078224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Trabajo realizado: [__________________]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94360" y="4425696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7512" y="442569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Costo: [________]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94360" y="4846320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2C5F8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8463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Guardar cambios ]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 definición propone estado lineal (Pendiente → … → Entregado) y un único campo Costo.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 mockup integra seguimiento por estado y la tabla de pagos dentro del detalle; la gestión de pagos permanece aparte.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Gestión de pagos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12_pa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PAGOS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2C5F8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756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+ Registrar pago 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87168"/>
            <a:ext cx="647395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487168"/>
            <a:ext cx="51937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241755" y="2487168"/>
            <a:ext cx="1078992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05763" y="24871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320747" y="2487168"/>
            <a:ext cx="12947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84755" y="2487168"/>
            <a:ext cx="11667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15538" y="2487168"/>
            <a:ext cx="1186891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79546" y="2487168"/>
            <a:ext cx="10588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802429" y="2487168"/>
            <a:ext cx="1186891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6437" y="2487168"/>
            <a:ext cx="105887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4360" y="2770632"/>
            <a:ext cx="64739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2770632"/>
            <a:ext cx="51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41755" y="2770632"/>
            <a:ext cx="10789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05763" y="277063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#025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320747" y="2770632"/>
            <a:ext cx="129479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384755" y="2770632"/>
            <a:ext cx="11667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15538" y="2770632"/>
            <a:ext cx="118689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79546" y="2770632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C$…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802429" y="2770632"/>
            <a:ext cx="118689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66437" y="2770632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13/08/2026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4360" y="3264408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3264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Ver detalle ]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Coincide: [+ Registrar pago], tabla ID/Orden/Cliente/Monto/Fecha y acción Ver detalle.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 mockup reutiliza la misma tabla dentro del detalle de orden, sin duplicar el módulo.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Gestión de técnicos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11_tecnic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TÉCNICOS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2C5F8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756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+ Nuevo técnico 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87168"/>
            <a:ext cx="647395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487168"/>
            <a:ext cx="51937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241755" y="2487168"/>
            <a:ext cx="1618488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05763" y="2487168"/>
            <a:ext cx="149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60243" y="2487168"/>
            <a:ext cx="1726387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4251" y="2487168"/>
            <a:ext cx="159837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Especialidad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86630" y="2487168"/>
            <a:ext cx="14026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50638" y="2487168"/>
            <a:ext cx="12746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" y="2770632"/>
            <a:ext cx="64739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2770632"/>
            <a:ext cx="51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241755" y="2770632"/>
            <a:ext cx="161848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05763" y="277063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860243" y="2770632"/>
            <a:ext cx="172638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24251" y="2770632"/>
            <a:ext cx="15983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86630" y="2770632"/>
            <a:ext cx="140269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50638" y="2770632"/>
            <a:ext cx="12746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4360" y="3026664"/>
            <a:ext cx="647395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3026664"/>
            <a:ext cx="519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241755" y="3026664"/>
            <a:ext cx="161848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05763" y="3026664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860243" y="3026664"/>
            <a:ext cx="1726387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924251" y="3026664"/>
            <a:ext cx="15983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586630" y="3026664"/>
            <a:ext cx="140269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50638" y="3026664"/>
            <a:ext cx="12746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94360" y="338328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33832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Editar ]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938528" y="338328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38528" y="3383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Ver detalle ]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Coincide: [+ Nuevo técnico], columnas Especialidad/Estado y acciones Editar/Ver detalle.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Ubicación consistente: definición y mockup lo mantienen en el grupo Administración.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Gestión de usuarios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14_usu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USUARIOS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2C5F8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756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+ Nuevo usuario 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487168"/>
            <a:ext cx="12947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487168"/>
            <a:ext cx="11667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889150" y="2487168"/>
            <a:ext cx="1402690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53158" y="2487168"/>
            <a:ext cx="127467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91840" y="2487168"/>
            <a:ext cx="1618488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55848" y="2487168"/>
            <a:ext cx="149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910328" y="2487168"/>
            <a:ext cx="1078992" cy="28346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74336" y="2487168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" y="2770632"/>
            <a:ext cx="12947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2770632"/>
            <a:ext cx="1166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889150" y="2770632"/>
            <a:ext cx="14026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53158" y="2770632"/>
            <a:ext cx="1274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91840" y="2770632"/>
            <a:ext cx="16184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55848" y="2770632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Administrador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910328" y="277063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74336" y="2770632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4360" y="3017520"/>
            <a:ext cx="12947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3017520"/>
            <a:ext cx="1166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889150" y="3017520"/>
            <a:ext cx="14026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953158" y="3017520"/>
            <a:ext cx="1274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291840" y="3017520"/>
            <a:ext cx="16184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55848" y="3017520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Recepcionista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910328" y="301752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74336" y="301752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94360" y="3264408"/>
            <a:ext cx="12947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3264408"/>
            <a:ext cx="1166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889150" y="3264408"/>
            <a:ext cx="140269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53158" y="3264408"/>
            <a:ext cx="1274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Carlos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291840" y="3264408"/>
            <a:ext cx="161848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355848" y="3264408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Técnico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910328" y="3264408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74336" y="3264408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94360" y="3584448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" y="35844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Editar ]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938528" y="3584448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938528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Cambiar estado ]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Coincide: tabla Usuario/Nombre/Rol/Estado y acciones Editar/Cambiar estado.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Diferencia: el mockup agrega la asignación de «técnico asociado» al usuario, no contemplada en la definición.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Reportes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 vs  Mockup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76072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— ARQUITECTURA DE MENÚS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55080" y="1097280"/>
            <a:ext cx="5394960" cy="5029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13385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— IMPLEMENTADO</a:t>
            </a:r>
            <a:endParaRPr lang="en-US" sz="1000" dirty="0"/>
          </a:p>
        </p:txBody>
      </p:sp>
      <p:pic>
        <p:nvPicPr>
          <p:cNvPr id="9" name="Image 0" descr="C:\Users\User\Documents\trabajos UNI\Semestre 4\Programacion de Escritorio\FixTrack_project\mockups\13_repo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14563"/>
            <a:ext cx="4983480" cy="31146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572768"/>
            <a:ext cx="5394960" cy="384048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 DE REPORTES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2121408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731520" y="2121408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Reportes: módulo en crecimiento.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equipo aún no ha definido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reportes concretos.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355080" y="62636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 Definición: FixTrack_Arquitectura_de_Menus.md · Mockup: FixTrack_Mockups (Pencil)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11480" y="61996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 definición mantiene Reportes como módulo preparado para crecer: «sin inventar funciones que todavía no han sido aprobadas».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Pendiente de validación: el mockup ya propone filtros (rango/estado/técnico) y una tabla de reportes que el equipo debe aprobar.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2026-08-14T21:58:29Z</dcterms:created>
  <dcterms:modified xsi:type="dcterms:W3CDTF">2026-08-14T21:58:29Z</dcterms:modified>
</cp:coreProperties>
</file>